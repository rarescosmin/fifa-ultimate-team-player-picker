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karangadiya/fifa1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9C60-567E-445C-88E9-502BD71B04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FIFA ULTIMATE TEAM PLAYER PICKER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73468-0C4E-465E-B14B-D66D27FFE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Zaharescu</a:t>
            </a:r>
            <a:r>
              <a:rPr lang="en-US" dirty="0"/>
              <a:t> </a:t>
            </a:r>
            <a:r>
              <a:rPr lang="en-US" dirty="0" err="1"/>
              <a:t>rares</a:t>
            </a:r>
            <a:r>
              <a:rPr lang="en-US" dirty="0"/>
              <a:t> </a:t>
            </a:r>
            <a:r>
              <a:rPr lang="en-US" dirty="0" err="1"/>
              <a:t>cosmin</a:t>
            </a:r>
            <a:endParaRPr lang="en-US" dirty="0"/>
          </a:p>
          <a:p>
            <a:r>
              <a:rPr lang="en-US" dirty="0" err="1"/>
              <a:t>Dumitrascu</a:t>
            </a:r>
            <a:r>
              <a:rPr lang="en-US" dirty="0"/>
              <a:t> </a:t>
            </a:r>
            <a:r>
              <a:rPr lang="en-US" dirty="0" err="1"/>
              <a:t>catalin-nicolae</a:t>
            </a:r>
            <a:endParaRPr lang="en-US" dirty="0"/>
          </a:p>
          <a:p>
            <a:r>
              <a:rPr lang="en-US" dirty="0"/>
              <a:t>Master </a:t>
            </a:r>
            <a:r>
              <a:rPr lang="en-US" dirty="0" err="1"/>
              <a:t>isi</a:t>
            </a:r>
            <a:endParaRPr lang="en-US" dirty="0"/>
          </a:p>
        </p:txBody>
      </p:sp>
      <p:pic>
        <p:nvPicPr>
          <p:cNvPr id="1026" name="Picture 2" descr="EA Sports – Logos Download">
            <a:extLst>
              <a:ext uri="{FF2B5EF4-FFF2-40B4-BE49-F238E27FC236}">
                <a16:creationId xmlns:a16="http://schemas.microsoft.com/office/drawing/2014/main" id="{1F06265E-6FD9-45F6-8DAF-90BEDADB6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5" y="502195"/>
            <a:ext cx="1960213" cy="1867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675168A-88E0-4430-A887-ADCDA1201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568" y="498443"/>
            <a:ext cx="1871445" cy="187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139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41AD-24CC-4943-9B53-05443D936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AD981-6A12-454C-8EC8-3EC1994F4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Kaggle: </a:t>
            </a:r>
            <a:r>
              <a:rPr lang="en-US" dirty="0">
                <a:hlinkClick r:id="rId2"/>
              </a:rPr>
              <a:t>https://www.kaggle.com/karangadiya/fifa19</a:t>
            </a:r>
            <a:endParaRPr lang="en-US" dirty="0"/>
          </a:p>
          <a:p>
            <a:r>
              <a:rPr lang="en-US" dirty="0" err="1"/>
              <a:t>Fisier</a:t>
            </a:r>
            <a:r>
              <a:rPr lang="en-US" dirty="0"/>
              <a:t> de date in format csv</a:t>
            </a:r>
          </a:p>
          <a:p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informatii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jucatorii</a:t>
            </a:r>
            <a:r>
              <a:rPr lang="en-US" dirty="0"/>
              <a:t> din </a:t>
            </a:r>
            <a:r>
              <a:rPr lang="en-US" dirty="0" err="1"/>
              <a:t>Fifa</a:t>
            </a:r>
            <a:r>
              <a:rPr lang="en-US" dirty="0"/>
              <a:t> 19</a:t>
            </a:r>
          </a:p>
          <a:p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posibile</a:t>
            </a:r>
            <a:r>
              <a:rPr lang="en-US" dirty="0"/>
              <a:t>: </a:t>
            </a:r>
            <a:r>
              <a:rPr lang="en-US" dirty="0" err="1"/>
              <a:t>nationalitate</a:t>
            </a:r>
            <a:r>
              <a:rPr lang="en-US" dirty="0"/>
              <a:t>, </a:t>
            </a:r>
            <a:r>
              <a:rPr lang="en-US" dirty="0" err="1"/>
              <a:t>pozitie</a:t>
            </a:r>
            <a:r>
              <a:rPr lang="en-US" dirty="0"/>
              <a:t> in </a:t>
            </a:r>
            <a:r>
              <a:rPr lang="en-US" dirty="0" err="1"/>
              <a:t>teren</a:t>
            </a:r>
            <a:r>
              <a:rPr lang="en-US" dirty="0"/>
              <a:t>, club </a:t>
            </a:r>
            <a:r>
              <a:rPr lang="en-US" dirty="0" err="1"/>
              <a:t>curent</a:t>
            </a:r>
            <a:r>
              <a:rPr lang="en-US" dirty="0"/>
              <a:t>, club la care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transferat</a:t>
            </a:r>
            <a:r>
              <a:rPr lang="en-US" dirty="0"/>
              <a:t>, </a:t>
            </a:r>
            <a:r>
              <a:rPr lang="en-US" dirty="0" err="1"/>
              <a:t>clauza</a:t>
            </a:r>
            <a:r>
              <a:rPr lang="en-US" dirty="0"/>
              <a:t> de </a:t>
            </a:r>
            <a:r>
              <a:rPr lang="en-US" dirty="0" err="1"/>
              <a:t>reziliere</a:t>
            </a:r>
            <a:r>
              <a:rPr lang="en-US" dirty="0"/>
              <a:t> a </a:t>
            </a:r>
            <a:r>
              <a:rPr lang="en-US" dirty="0" err="1"/>
              <a:t>contractului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363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1287E7-C8EB-4F12-9382-54EFF313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082" y="0"/>
            <a:ext cx="7869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1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D59C-37B0-4CCE-BEC6-166F5B6C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Functionalitate</a:t>
            </a:r>
            <a:r>
              <a:rPr lang="en-US" dirty="0"/>
              <a:t> </a:t>
            </a:r>
            <a:r>
              <a:rPr lang="en-US" dirty="0" err="1"/>
              <a:t>dorita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742D-DCBE-4A5D-853C-E7074FB6D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web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utilizatorii</a:t>
            </a:r>
            <a:r>
              <a:rPr lang="en-US" dirty="0"/>
              <a:t> pot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jucatori</a:t>
            </a:r>
            <a:r>
              <a:rPr lang="en-US" dirty="0"/>
              <a:t> pe care </a:t>
            </a:r>
            <a:r>
              <a:rPr lang="en-US" dirty="0" err="1"/>
              <a:t>sa-i</a:t>
            </a:r>
            <a:r>
              <a:rPr lang="en-US" dirty="0"/>
              <a:t> </a:t>
            </a:r>
            <a:r>
              <a:rPr lang="en-US" dirty="0" err="1"/>
              <a:t>cumpere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Fifa</a:t>
            </a:r>
            <a:r>
              <a:rPr lang="en-US" dirty="0"/>
              <a:t> Ultimate Team</a:t>
            </a:r>
          </a:p>
          <a:p>
            <a:r>
              <a:rPr lang="en-US" dirty="0" err="1"/>
              <a:t>Cautarea</a:t>
            </a:r>
            <a:r>
              <a:rPr lang="en-US" dirty="0"/>
              <a:t> se </a:t>
            </a:r>
            <a:r>
              <a:rPr lang="en-US" dirty="0" err="1"/>
              <a:t>va</a:t>
            </a:r>
            <a:r>
              <a:rPr lang="en-US" dirty="0"/>
              <a:t> face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completarii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formular cu </a:t>
            </a:r>
            <a:r>
              <a:rPr lang="en-US" dirty="0" err="1"/>
              <a:t>caracteristicile</a:t>
            </a:r>
            <a:r>
              <a:rPr lang="en-US" dirty="0"/>
              <a:t> </a:t>
            </a:r>
            <a:r>
              <a:rPr lang="en-US" dirty="0" err="1"/>
              <a:t>dorite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jucator</a:t>
            </a:r>
            <a:endParaRPr lang="en-US" dirty="0"/>
          </a:p>
          <a:p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cautarii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reprezentat</a:t>
            </a:r>
            <a:r>
              <a:rPr lang="en-US" dirty="0"/>
              <a:t> de un </a:t>
            </a:r>
            <a:r>
              <a:rPr lang="en-US" dirty="0" err="1"/>
              <a:t>jucator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intruneste</a:t>
            </a:r>
            <a:r>
              <a:rPr lang="en-US" dirty="0"/>
              <a:t> </a:t>
            </a:r>
            <a:r>
              <a:rPr lang="en-US" dirty="0" err="1"/>
              <a:t>cerintele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97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IFA 20 Transfer Market – FIFPlay">
            <a:extLst>
              <a:ext uri="{FF2B5EF4-FFF2-40B4-BE49-F238E27FC236}">
                <a16:creationId xmlns:a16="http://schemas.microsoft.com/office/drawing/2014/main" id="{0D3E837D-D7DD-4272-822D-BB6D1CD03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4313"/>
            <a:ext cx="11430000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728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885F4-152F-4805-964A-1EBEBC40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Tehnologii</a:t>
            </a:r>
            <a:r>
              <a:rPr lang="en-US" dirty="0"/>
              <a:t> </a:t>
            </a:r>
            <a:r>
              <a:rPr lang="en-US"/>
              <a:t>utilizate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CD2AE-4CE7-4113-B46F-5D75AA60F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+ </a:t>
            </a:r>
            <a:r>
              <a:rPr lang="en-US" dirty="0" err="1"/>
              <a:t>RDFLib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realizarea</a:t>
            </a:r>
            <a:r>
              <a:rPr lang="en-US" dirty="0"/>
              <a:t> RDF-</a:t>
            </a:r>
            <a:r>
              <a:rPr lang="en-US" dirty="0" err="1"/>
              <a:t>ului</a:t>
            </a:r>
            <a:endParaRPr lang="en-US" dirty="0"/>
          </a:p>
          <a:p>
            <a:r>
              <a:rPr lang="en-US" dirty="0"/>
              <a:t>SPARQL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interogarea</a:t>
            </a:r>
            <a:r>
              <a:rPr lang="en-US" dirty="0"/>
              <a:t> RDF-</a:t>
            </a:r>
            <a:r>
              <a:rPr lang="en-US" dirty="0" err="1"/>
              <a:t>ului</a:t>
            </a:r>
            <a:endParaRPr lang="en-US" dirty="0"/>
          </a:p>
          <a:p>
            <a:r>
              <a:rPr lang="en-US" dirty="0" err="1"/>
              <a:t>ReactJs</a:t>
            </a:r>
            <a:r>
              <a:rPr lang="en-US" dirty="0"/>
              <a:t> + Electron </a:t>
            </a:r>
            <a:r>
              <a:rPr lang="en-US" dirty="0" err="1"/>
              <a:t>interfata</a:t>
            </a:r>
            <a:r>
              <a:rPr lang="en-US" dirty="0"/>
              <a:t> </a:t>
            </a:r>
            <a:r>
              <a:rPr lang="en-US" dirty="0" err="1"/>
              <a:t>aplicatie</a:t>
            </a:r>
            <a:endParaRPr lang="en-US" dirty="0"/>
          </a:p>
        </p:txBody>
      </p:sp>
      <p:pic>
        <p:nvPicPr>
          <p:cNvPr id="6146" name="Picture 2" descr="Python Logo - PNG and Vector - Logo Download">
            <a:extLst>
              <a:ext uri="{FF2B5EF4-FFF2-40B4-BE49-F238E27FC236}">
                <a16:creationId xmlns:a16="http://schemas.microsoft.com/office/drawing/2014/main" id="{4D483635-FB39-497D-8213-11997BA02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652" y="4144162"/>
            <a:ext cx="1371469" cy="1371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act.js! Let's Talk About It… – Danielle Developer">
            <a:extLst>
              <a:ext uri="{FF2B5EF4-FFF2-40B4-BE49-F238E27FC236}">
                <a16:creationId xmlns:a16="http://schemas.microsoft.com/office/drawing/2014/main" id="{DD2BC68D-FADA-4BC7-B406-B3A49EF4A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09" y="4214311"/>
            <a:ext cx="1878937" cy="107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Electron - DotMH">
            <a:extLst>
              <a:ext uri="{FF2B5EF4-FFF2-40B4-BE49-F238E27FC236}">
                <a16:creationId xmlns:a16="http://schemas.microsoft.com/office/drawing/2014/main" id="{476D7967-D06E-48EA-A236-80A915E17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946" y="3875713"/>
            <a:ext cx="3129953" cy="153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1413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25</TotalTime>
  <Words>124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FIFA ULTIMATE TEAM PLAYER PICKER</vt:lpstr>
      <vt:lpstr>Date</vt:lpstr>
      <vt:lpstr>PowerPoint Presentation</vt:lpstr>
      <vt:lpstr>Functionalitate dorita</vt:lpstr>
      <vt:lpstr>PowerPoint Presentation</vt:lpstr>
      <vt:lpstr>Tehnologii utilizate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ULTIMATE TEAM PLAYER PICKER</dc:title>
  <dc:creator>Rareş-Cosmin ZAHARESCU (87276)</dc:creator>
  <cp:lastModifiedBy>Rareş-Cosmin ZAHARESCU (87276)</cp:lastModifiedBy>
  <cp:revision>4</cp:revision>
  <dcterms:created xsi:type="dcterms:W3CDTF">2021-03-23T13:18:22Z</dcterms:created>
  <dcterms:modified xsi:type="dcterms:W3CDTF">2021-03-23T13:43:53Z</dcterms:modified>
</cp:coreProperties>
</file>